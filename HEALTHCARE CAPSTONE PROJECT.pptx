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Patient  by city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Insurance covered by insurance_provider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Clinic Location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Specialty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Amount by specialty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Patient payment by clinic_location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listSlicer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Amount by specialty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Amount by Age Group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87891e0c-c663-4320-8db9-94499491a9d6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e5dcc1b381c54b3e" /><Relationship Type="http://schemas.openxmlformats.org/officeDocument/2006/relationships/slideLayout" Target="/ppt/slideLayouts/slideLayout8.xml" Id="R5f85cfc4e109424e" /><Relationship Type="http://schemas.openxmlformats.org/officeDocument/2006/relationships/hyperlink" Target="https://app.powerbi.com/groups/me/reports/87891e0c-c663-4320-8db9-94499491a9d6/?pbi_source=PowerPoint" TargetMode="External" Id="RelId0" /><Relationship Type="http://schemas.openxmlformats.org/officeDocument/2006/relationships/image" Target="/ppt/media/image4.png" Id="imgId694734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69b50880b4f34310" /><Relationship Type="http://schemas.openxmlformats.org/officeDocument/2006/relationships/slideLayout" Target="/ppt/slideLayouts/slideLayout8.xml" Id="R364523e1f4104bd8" /><Relationship Type="http://schemas.openxmlformats.org/officeDocument/2006/relationships/hyperlink" Target="https://app.powerbi.com/groups/me/reports/87891e0c-c663-4320-8db9-94499491a9d6/?pbi_source=PowerPoint" TargetMode="External" Id="RelId1" /><Relationship Type="http://schemas.openxmlformats.org/officeDocument/2006/relationships/image" Target="/ppt/media/image5.png" Id="imgId69473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2f29d23997e24f69" /><Relationship Type="http://schemas.openxmlformats.org/officeDocument/2006/relationships/slideLayout" Target="/ppt/slideLayouts/slideLayout8.xml" Id="R6ec0cb1f1bef4a70" /><Relationship Type="http://schemas.openxmlformats.org/officeDocument/2006/relationships/hyperlink" Target="https://app.powerbi.com/groups/me/reports/87891e0c-c663-4320-8db9-94499491a9d6/?pbi_source=PowerPoint" TargetMode="External" Id="RelId2" /><Relationship Type="http://schemas.openxmlformats.org/officeDocument/2006/relationships/image" Target="/ppt/media/image6.png" Id="imgId69473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2aaa50ee88b3446e" /><Relationship Type="http://schemas.openxmlformats.org/officeDocument/2006/relationships/slideLayout" Target="/ppt/slideLayouts/slideLayout8.xml" Id="R984beaa6a8f84f63" /><Relationship Type="http://schemas.openxmlformats.org/officeDocument/2006/relationships/hyperlink" Target="https://app.powerbi.com/groups/me/reports/87891e0c-c663-4320-8db9-94499491a9d6/?pbi_source=PowerPoint" TargetMode="External" Id="RelId3" /><Relationship Type="http://schemas.openxmlformats.org/officeDocument/2006/relationships/image" Target="/ppt/media/image7.png" Id="imgId69473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4f0c84f0f08d4cbd" /><Relationship Type="http://schemas.openxmlformats.org/officeDocument/2006/relationships/slideLayout" Target="/ppt/slideLayouts/slideLayout8.xml" Id="R6a19de9dce86456a" /><Relationship Type="http://schemas.openxmlformats.org/officeDocument/2006/relationships/hyperlink" Target="https://app.powerbi.com/groups/me/reports/87891e0c-c663-4320-8db9-94499491a9d6/?pbi_source=PowerPoint" TargetMode="External" Id="RelId4" /><Relationship Type="http://schemas.openxmlformats.org/officeDocument/2006/relationships/image" Target="/ppt/media/image8.png" Id="imgId694734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1f89454f13d94422" /><Relationship Type="http://schemas.openxmlformats.org/officeDocument/2006/relationships/slideLayout" Target="/ppt/slideLayouts/slideLayout8.xml" Id="R8fb304c7adf54f25" /><Relationship Type="http://schemas.openxmlformats.org/officeDocument/2006/relationships/hyperlink" Target="https://app.powerbi.com/groups/me/reports/87891e0c-c663-4320-8db9-94499491a9d6/?pbi_source=PowerPoint" TargetMode="External" Id="RelId5" /><Relationship Type="http://schemas.openxmlformats.org/officeDocument/2006/relationships/image" Target="/ppt/media/image9.png" Id="imgId69473447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GROUP 8 HEALTHCARE CAPSTONE PROJECT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24/01/2026 11:45:34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24/01/2026 11:10:39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licer ,card ,card ,Patient  by city ,pieChart ,textbox ,lineStackedColumnComboChart ,Insurance covered by insurance_provider ,imag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694734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Patient Demographics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inic Location ,card ,Specialty ,textbox ,lineStackedColumnComboChart ,Amount by specialty ,Patient payment by clinic_location ,lineStackedColumnComboChart ,imag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694734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Doctor Performance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StackedColumnComboChart ,card ,card ,card ,listSlicer ,columnChart ,textbox ,clusteredColumnChart ,imag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6947344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Diagnosis Analysis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 ,card ,card ,Amount by specialty ,clusteredColumnChart ,textbox ,Amount by Age Group ,imag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6947344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Financial Summary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Chart ,columnChart ,textbox ,clusteredColumnChart ,clusteredColumnChart ,clusteredColumnChart ,slicer ,slicer ,image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6947344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Appointment Trend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ColumnChart ,clusteredColumnChart ,clusteredBarChart ,clusteredBarChart ,slicer ,textbox ,slicer ,image ,clusteredColumnChart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694734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Patient Health Profile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